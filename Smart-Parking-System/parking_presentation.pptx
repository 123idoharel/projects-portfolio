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85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34611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System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655734" y="1414328"/>
            <a:ext cx="22860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548640" y="1760015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directly to the </a:t>
            </a:r>
            <a:r>
              <a:rPr lang="en-US" sz="20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2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r>
              <a:rPr lang="en-US" sz="2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slot for the garage visitor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5734" y="2411792"/>
            <a:ext cx="9144000" cy="1221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slot”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selected based on multiple considerations such as: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time from the parking slot to destination (e.g. stairs, elevator)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time from garage entrance to parking slot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layout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3880204"/>
            <a:ext cx="9144000" cy="1077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services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navigation to the parking slot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back to car</a:t>
            </a:r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0BE14753-CFDE-2FE8-EFF0-01F34BF9F925}"/>
              </a:ext>
            </a:extLst>
          </p:cNvPr>
          <p:cNvSpPr/>
          <p:nvPr/>
        </p:nvSpPr>
        <p:spPr>
          <a:xfrm>
            <a:off x="8250572" y="1827563"/>
            <a:ext cx="3392788" cy="1077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 Harel - 0542429131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– idoharel123@gmail.com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8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Underground Chaos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22781" y="1323798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pic>
        <p:nvPicPr>
          <p:cNvPr id="6" name="Image 0" descr="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0435" y="2016616"/>
            <a:ext cx="4603885" cy="3222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3386" y="200014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59573" y="2016616"/>
            <a:ext cx="4908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Loss while looking for available parking slot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09296" y="2561558"/>
            <a:ext cx="5120640" cy="0"/>
          </a:xfrm>
          <a:prstGeom prst="line">
            <a:avLst/>
          </a:prstGeom>
          <a:noFill/>
          <a:ln w="9525">
            <a:solidFill>
              <a:srgbClr val="2C384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643383" y="286882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26620" y="2860589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and Stress 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42238" y="3454952"/>
            <a:ext cx="5120640" cy="0"/>
          </a:xfrm>
          <a:prstGeom prst="line">
            <a:avLst/>
          </a:prstGeom>
          <a:noFill/>
          <a:ln w="9525">
            <a:solidFill>
              <a:srgbClr val="2C384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643383" y="373750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59580" y="37292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Frustration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09300" y="4233012"/>
            <a:ext cx="5120640" cy="0"/>
          </a:xfrm>
          <a:prstGeom prst="line">
            <a:avLst/>
          </a:prstGeom>
          <a:noFill/>
          <a:ln w="9525">
            <a:solidFill>
              <a:srgbClr val="2C384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3"/>
          <p:cNvSpPr/>
          <p:nvPr/>
        </p:nvSpPr>
        <p:spPr>
          <a:xfrm>
            <a:off x="643383" y="460618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67820" y="4573231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in finding</a:t>
            </a: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car when leaving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8767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Solutions Fall Short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05158" y="1402076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548640" y="164427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 Signs reporting Floor-Level </a:t>
            </a:r>
            <a:r>
              <a:rPr lang="en-US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ccupancy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29481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Sensor Systems with red/green lights per parking slot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8582" y="2819396"/>
            <a:ext cx="45719" cy="1054772"/>
          </a:xfrm>
          <a:prstGeom prst="rect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868680" y="27660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3920" y="3107717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Visibility of available parking slots (sensors are unseen from distance)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Guidance to available slots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helping for finding the car when leaving</a:t>
            </a:r>
          </a:p>
        </p:txBody>
      </p:sp>
      <p:sp>
        <p:nvSpPr>
          <p:cNvPr id="12" name="Text 10"/>
          <p:cNvSpPr/>
          <p:nvPr/>
        </p:nvSpPr>
        <p:spPr>
          <a:xfrm>
            <a:off x="668582" y="4601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Why not provide Waze-like solution for garage?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8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User (Visitor) 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192427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87680" y="1480545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Pick your destination (mall, offices ..)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1937745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Navigate immediately to best available slot</a:t>
            </a:r>
            <a:endParaRPr lang="en-US" sz="1800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D5325093-2AB1-5F95-90F7-1E21EFAC2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56" y="2852145"/>
            <a:ext cx="2943224" cy="3296194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B6009B82-BF3B-EF4E-EEE2-13B6C45F4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494" y="1480545"/>
            <a:ext cx="6746966" cy="3354064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89A86008-7A71-2EC6-DA35-B80FF3B358DD}"/>
              </a:ext>
            </a:extLst>
          </p:cNvPr>
          <p:cNvSpPr txBox="1"/>
          <p:nvPr/>
        </p:nvSpPr>
        <p:spPr>
          <a:xfrm>
            <a:off x="4716380" y="5140064"/>
            <a:ext cx="67441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app activation can be done in various ways: automatically for pre registered visitors, QR code scanning at garage entrance, etc. Shall be discussed with Garage operator.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Can support English as interface language 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80" y="342694"/>
            <a:ext cx="8387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(Click to view the “play” button):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8931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0" name="user_view_cropped_sharpened">
            <a:hlinkClick r:id="" action="ppaction://media"/>
            <a:extLst>
              <a:ext uri="{FF2B5EF4-FFF2-40B4-BE49-F238E27FC236}">
                <a16:creationId xmlns:a16="http://schemas.microsoft.com/office/drawing/2014/main" id="{DF1F1A83-6225-BFC3-A6D0-C208299500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16123" y="1235264"/>
            <a:ext cx="8759753" cy="4703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8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(Visitor) View — Navigation Back To Car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029789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92034" y="1412977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Commonly, people forget where they parked. 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1907183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try to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pictures, memorize the parking or texting themselves the location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2891252"/>
            <a:ext cx="73152" cy="1288871"/>
          </a:xfrm>
          <a:prstGeom prst="rect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838200" y="276062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Just like GoogleMaps for the garage: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49234" y="332667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system remembers your parking slot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9234" y="377517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Navigates to your parking slot when leaving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39637"/>
            <a:ext cx="63471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(Click to view the “play” button):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7349" y="933990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9" name="user_walk_navigation_final">
            <a:hlinkClick r:id="" action="ppaction://media"/>
            <a:extLst>
              <a:ext uri="{FF2B5EF4-FFF2-40B4-BE49-F238E27FC236}">
                <a16:creationId xmlns:a16="http://schemas.microsoft.com/office/drawing/2014/main" id="{A80BBF7C-2FB2-3A9B-FD37-2B2CEBAE6D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24522" y="1229225"/>
            <a:ext cx="8742955" cy="4694785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06925819-2EAE-B62B-2945-CAA3B1522205}"/>
              </a:ext>
            </a:extLst>
          </p:cNvPr>
          <p:cNvSpPr txBox="1"/>
          <p:nvPr/>
        </p:nvSpPr>
        <p:spPr>
          <a:xfrm>
            <a:off x="296779" y="6240379"/>
            <a:ext cx="11277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Note: Visitor starting point is either selected or automatically discovered if supported sensors exists in specific garage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5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156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6423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Notes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41929"/>
            <a:ext cx="1371600" cy="0"/>
          </a:xfrm>
          <a:prstGeom prst="line">
            <a:avLst/>
          </a:prstGeom>
          <a:noFill/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457199" y="1483650"/>
            <a:ext cx="110642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Our solution is a flexible software solution, built around a smart software and algorithmic layer for parking allocation and routing.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199" y="233685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Each deployment includes a site-specific integration phase to connect with existing hardware, sensors, access systems, and operational workflows.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4BB61521-E75D-421C-2288-D4108E1574FF}"/>
              </a:ext>
            </a:extLst>
          </p:cNvPr>
          <p:cNvSpPr/>
          <p:nvPr/>
        </p:nvSpPr>
        <p:spPr>
          <a:xfrm>
            <a:off x="457199" y="3429000"/>
            <a:ext cx="3392788" cy="1077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 Harel - 0542429131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– idoharel123@gmail.com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422</Words>
  <Application>Microsoft Office PowerPoint</Application>
  <PresentationFormat>מסך רחב</PresentationFormat>
  <Paragraphs>67</Paragraphs>
  <Slides>8</Slides>
  <Notes>8</Notes>
  <HiddenSlides>0</HiddenSlides>
  <MMClips>2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עידו הראל</cp:lastModifiedBy>
  <cp:revision>18</cp:revision>
  <dcterms:created xsi:type="dcterms:W3CDTF">2026-05-17T22:55:55Z</dcterms:created>
  <dcterms:modified xsi:type="dcterms:W3CDTF">2026-05-31T18:13:53Z</dcterms:modified>
</cp:coreProperties>
</file>